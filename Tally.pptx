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Right now, nobody at UNILAG actually knows how many students are inside a hostel. Tally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There's a list of who should be in a room. Nobody checks who actually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isn't abstract — it's the daily pain students 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Turns a paper policy into a live checkpoint — no new hardware, no turnstile.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officer already stands at the gate. Tally just tells them instantly who belongs — and every scan updates the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Admin stops guessing and starts seeing — hard, dated numbers per hall. [Run the live demo here.]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Legit visitors get in. A guest can't quietly become a squatter.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We're not policing students. We reclaim beds, measure the gap, and force the real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Nothing we build today gets thrown away — we swap QR for NFC and add a login. The logic is already 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Short term we reclaim beds and manage occupancy. Long term we produce the hard data that makes the shortage undeniable — and forces management to build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Backup only — don't present unless asked. These are the five questions judges reach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Backup for technical judges. The decision logic is identical between demo and production — we swap the reader and the datastore, not the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8229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University of Lagos</a:t>
            </a:r>
            <a:r>
              <a:rPr sz="1300" b="0">
                <a:solidFill>
                  <a:srgbClr val="B1B4B6"/>
                </a:solidFill>
                <a:latin typeface="Segoe UI"/>
              </a:rPr>
              <a:t>   Hostel Access &amp;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600" b="1">
                <a:solidFill>
                  <a:srgbClr val="0B0C0C"/>
                </a:solidFill>
                <a:latin typeface="Segoe UI"/>
              </a:rPr>
              <a:t>Tally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11880"/>
            <a:ext cx="1463040" cy="762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505A5F"/>
                </a:solidFill>
                <a:latin typeface="Segoe UI"/>
              </a:rPr>
              <a:t>Know who’s actually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26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05A5F"/>
                </a:solidFill>
                <a:latin typeface="Segoe UI"/>
              </a:rPr>
              <a:t>A QR gate check-in that verifies room allocation and gives admin live occupancy — to curb squatting and reclaim no-show beds.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715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B0C0C"/>
                </a:solidFill>
                <a:latin typeface="Segoe UI"/>
              </a:rPr>
              <a:t>Team Mavericks</a:t>
            </a:r>
            <a:r>
              <a:rPr sz="1400" b="0">
                <a:solidFill>
                  <a:srgbClr val="505A5F"/>
                </a:solidFill>
                <a:latin typeface="Segoe UI"/>
              </a:rPr>
              <a:t>   ·   SEES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8229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University of Lagos</a:t>
            </a:r>
            <a:r>
              <a:rPr sz="1300" b="0">
                <a:solidFill>
                  <a:srgbClr val="B1B4B6"/>
                </a:solidFill>
                <a:latin typeface="Segoe UI"/>
              </a:rPr>
              <a:t>   Hostel Access &amp;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03C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B0C0C"/>
                </a:solidFill>
                <a:latin typeface="Segoe UI"/>
              </a:rPr>
              <a:t>A list of who should be in a room.
Nobody checks who actually 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1051560" cy="508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UNILAG hostels are overcrowded — built for far fewer students than they now hold.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Squatting: students living in beds they were never allocated.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Allocation is enforced on paper only — there is no physical checkpoint at the gate.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19088"/>
            <a:ext cx="11183112" cy="15240"/>
          </a:xfrm>
          <a:prstGeom prst="rect">
            <a:avLst/>
          </a:prstGeom>
          <a:solidFill>
            <a:srgbClr val="B1B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05A5F"/>
                </a:solidFill>
                <a:latin typeface="Segoe UI"/>
              </a:rPr>
              <a:t>Tally</a:t>
            </a:r>
            <a:r>
              <a:rPr sz="1000" b="0">
                <a:solidFill>
                  <a:srgbClr val="505A5F"/>
                </a:solidFill>
                <a:latin typeface="Segoe UI"/>
              </a:rPr>
              <a:t>  ·  know who’s actually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1632" y="645566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05A5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8229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University of Lagos</a:t>
            </a:r>
            <a:r>
              <a:rPr sz="1300" b="0">
                <a:solidFill>
                  <a:srgbClr val="B1B4B6"/>
                </a:solidFill>
                <a:latin typeface="Segoe UI"/>
              </a:rPr>
              <a:t>   Hostel Access &amp;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03C"/>
                </a:solidFill>
                <a:latin typeface="Segoe UI"/>
              </a:rPr>
              <a:t>WHAT IT ACTUALLY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B0C0C"/>
                </a:solidFill>
                <a:latin typeface="Segoe UI"/>
              </a:rPr>
              <a:t>The nuisances students feel every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1051560" cy="508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Overcrowded rooms and bathrooms — more occupants than the room was built for.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Water and power strained well past designed capacity.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Security can’t say who actually belongs in a block.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Legitimately allocated students crowded out of the space they were promised.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19088"/>
            <a:ext cx="11183112" cy="15240"/>
          </a:xfrm>
          <a:prstGeom prst="rect">
            <a:avLst/>
          </a:prstGeom>
          <a:solidFill>
            <a:srgbClr val="B1B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05A5F"/>
                </a:solidFill>
                <a:latin typeface="Segoe UI"/>
              </a:rPr>
              <a:t>Tally</a:t>
            </a:r>
            <a:r>
              <a:rPr sz="1000" b="0">
                <a:solidFill>
                  <a:srgbClr val="505A5F"/>
                </a:solidFill>
                <a:latin typeface="Segoe UI"/>
              </a:rPr>
              <a:t>  ·  know who’s actually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1632" y="645566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05A5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8229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University of Lagos</a:t>
            </a:r>
            <a:r>
              <a:rPr sz="1300" b="0">
                <a:solidFill>
                  <a:srgbClr val="B1B4B6"/>
                </a:solidFill>
                <a:latin typeface="Segoe UI"/>
              </a:rPr>
              <a:t>   Hostel Access &amp;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03C"/>
                </a:solidFill>
                <a:latin typeface="Segoe UI"/>
              </a:rPr>
              <a:t>THE SOLUTION: TALLY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B0C0C"/>
                </a:solidFill>
                <a:latin typeface="Segoe UI"/>
              </a:rPr>
              <a:t>One scan turns a paper policy
into a live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1051560" cy="508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One QR code at the hostel main gate. A student scans it and checks in against their allocation.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>
                <a:solidFill>
                  <a:srgbClr val="505A5F"/>
                </a:solidFill>
                <a:latin typeface="Segoe UI"/>
              </a:rPr>
              <a:t>      –  </a:t>
            </a:r>
            <a:r>
              <a:rPr sz="1700">
                <a:solidFill>
                  <a:srgbClr val="505A5F"/>
                </a:solidFill>
                <a:latin typeface="Segoe UI"/>
              </a:rPr>
              <a:t>GREEN = allowed for this hall.   RED = denied, with the reason.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Both entry and exit are logged — so the headcount is real, not a guess.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QR proves the logic now; NFC in production, far harder to copy or share.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19088"/>
            <a:ext cx="11183112" cy="15240"/>
          </a:xfrm>
          <a:prstGeom prst="rect">
            <a:avLst/>
          </a:prstGeom>
          <a:solidFill>
            <a:srgbClr val="B1B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05A5F"/>
                </a:solidFill>
                <a:latin typeface="Segoe UI"/>
              </a:rPr>
              <a:t>Tally</a:t>
            </a:r>
            <a:r>
              <a:rPr sz="1000" b="0">
                <a:solidFill>
                  <a:srgbClr val="505A5F"/>
                </a:solidFill>
                <a:latin typeface="Segoe UI"/>
              </a:rPr>
              <a:t>  ·  know who’s actually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1632" y="645566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05A5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8229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University of Lagos</a:t>
            </a:r>
            <a:r>
              <a:rPr sz="1300" b="0">
                <a:solidFill>
                  <a:srgbClr val="B1B4B6"/>
                </a:solidFill>
                <a:latin typeface="Segoe UI"/>
              </a:rPr>
              <a:t>   Hostel Access &amp;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03C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B0C0C"/>
                </a:solidFill>
                <a:latin typeface="Segoe UI"/>
              </a:rPr>
              <a:t>The officer enforces. Tally decides.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1051560" cy="508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1856231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B0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B0C0C"/>
                </a:solidFill>
                <a:latin typeface="Segoe UI"/>
              </a:rPr>
              <a:t>Scan the
gate 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6311" y="3063240"/>
            <a:ext cx="406908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00703C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3220" y="3063240"/>
            <a:ext cx="1856231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B0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B0C0C"/>
                </a:solidFill>
                <a:latin typeface="Segoe UI"/>
              </a:rPr>
              <a:t>Check in
with matric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9452" y="3063240"/>
            <a:ext cx="406908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00703C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3063240"/>
            <a:ext cx="1856231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B0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B0C0C"/>
                </a:solidFill>
                <a:latin typeface="Segoe UI"/>
              </a:rPr>
              <a:t>Allocated to
this hall?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3063240"/>
            <a:ext cx="406908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00703C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29500" y="3063240"/>
            <a:ext cx="1856231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B0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703C"/>
                </a:solidFill>
                <a:latin typeface="Segoe UI"/>
              </a:rPr>
              <a:t>GREEN</a:t>
            </a:r>
            <a:r>
              <a:rPr sz="1600" b="1">
                <a:solidFill>
                  <a:srgbClr val="0B0C0C"/>
                </a:solidFill>
                <a:latin typeface="Segoe UI"/>
              </a:rPr>
              <a:t> / </a:t>
            </a:r>
            <a:r>
              <a:rPr sz="1600" b="1">
                <a:solidFill>
                  <a:srgbClr val="D4351C"/>
                </a:solidFill>
                <a:latin typeface="Segoe UI"/>
              </a:rP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5732" y="3063240"/>
            <a:ext cx="406908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00703C"/>
                </a:solidFill>
                <a:latin typeface="Segoe U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3063240"/>
            <a:ext cx="1856231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B0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B0C0C"/>
                </a:solidFill>
                <a:latin typeface="Segoe UI"/>
              </a:rPr>
              <a:t>Logged →
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505A5F"/>
                </a:solidFill>
                <a:latin typeface="Segoe UI"/>
              </a:rPr>
              <a:t>The security officer already stands at the gate — Tally just tells them instantly who belongs.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19088"/>
            <a:ext cx="11183112" cy="15240"/>
          </a:xfrm>
          <a:prstGeom prst="rect">
            <a:avLst/>
          </a:prstGeom>
          <a:solidFill>
            <a:srgbClr val="B1B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05A5F"/>
                </a:solidFill>
                <a:latin typeface="Segoe UI"/>
              </a:rPr>
              <a:t>Tally</a:t>
            </a:r>
            <a:r>
              <a:rPr sz="1000" b="0">
                <a:solidFill>
                  <a:srgbClr val="505A5F"/>
                </a:solidFill>
                <a:latin typeface="Segoe UI"/>
              </a:rPr>
              <a:t>  ·  know who’s actually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645566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05A5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8229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University of Lagos</a:t>
            </a:r>
            <a:r>
              <a:rPr sz="1300" b="0">
                <a:solidFill>
                  <a:srgbClr val="B1B4B6"/>
                </a:solidFill>
                <a:latin typeface="Segoe UI"/>
              </a:rPr>
              <a:t>   Hostel Access &amp;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03C"/>
                </a:solidFill>
                <a:latin typeface="Segoe UI"/>
              </a:rPr>
              <a:t>THE LIVE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583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B0C0C"/>
                </a:solidFill>
                <a:latin typeface="Segoe UI"/>
              </a:rPr>
              <a:t>Admin stops guessing,
starts seeing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1051560" cy="508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6126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800">
                <a:solidFill>
                  <a:srgbClr val="0B0C0C"/>
                </a:solidFill>
                <a:latin typeface="Segoe UI"/>
              </a:rPr>
              <a:t>Live headcount vs designed capacity, per hall.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800">
                <a:solidFill>
                  <a:srgbClr val="0B0C0C"/>
                </a:solidFill>
                <a:latin typeface="Segoe UI"/>
              </a:rPr>
              <a:t>No-show beds available to reclaim.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800">
                <a:solidFill>
                  <a:srgbClr val="0B0C0C"/>
                </a:solidFill>
                <a:latin typeface="Segoe UI"/>
              </a:rPr>
              <a:t>Denied attempts and guests currently inside.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800">
                <a:solidFill>
                  <a:srgbClr val="0B0C0C"/>
                </a:solidFill>
                <a:latin typeface="Segoe UI"/>
              </a:rPr>
              <a:t>A running access log — hard, dated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2286000"/>
            <a:ext cx="4160520" cy="32004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10000"/>
              </a:lnSpc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▶  LIVE DEMO</a:t>
            </a:r>
          </a:p>
          <a:p>
            <a:pPr algn="ctr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Open the gate QR → scan with a phone → check in → watch the count move.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5778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05A5F"/>
                </a:solidFill>
                <a:latin typeface="Segoe UI"/>
              </a:rPr>
              <a:t>⚠  Simulate scan ready as backup if camera / Wi-Fi fails.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19088"/>
            <a:ext cx="11183112" cy="15240"/>
          </a:xfrm>
          <a:prstGeom prst="rect">
            <a:avLst/>
          </a:prstGeom>
          <a:solidFill>
            <a:srgbClr val="B1B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05A5F"/>
                </a:solidFill>
                <a:latin typeface="Segoe UI"/>
              </a:rPr>
              <a:t>Tally</a:t>
            </a:r>
            <a:r>
              <a:rPr sz="1000" b="0">
                <a:solidFill>
                  <a:srgbClr val="505A5F"/>
                </a:solidFill>
                <a:latin typeface="Segoe UI"/>
              </a:rPr>
              <a:t>  ·  know who’s actually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5566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05A5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8229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University of Lagos</a:t>
            </a:r>
            <a:r>
              <a:rPr sz="1300" b="0">
                <a:solidFill>
                  <a:srgbClr val="B1B4B6"/>
                </a:solidFill>
                <a:latin typeface="Segoe UI"/>
              </a:rPr>
              <a:t>   Hostel Access &amp;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03C"/>
                </a:solidFill>
                <a:latin typeface="Segoe UI"/>
              </a:rPr>
              <a:t>GUEST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B0C0C"/>
                </a:solidFill>
                <a:latin typeface="Segoe UI"/>
              </a:rPr>
              <a:t>Legit visitors in.
Overstayers flagged.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1051560" cy="508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A time-limited guest pass, tied to the resident being visited.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Auto-expires — a guest can’t quietly become a squatter.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Every guest still shows on the live count while inside.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19088"/>
            <a:ext cx="11183112" cy="15240"/>
          </a:xfrm>
          <a:prstGeom prst="rect">
            <a:avLst/>
          </a:prstGeom>
          <a:solidFill>
            <a:srgbClr val="B1B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05A5F"/>
                </a:solidFill>
                <a:latin typeface="Segoe UI"/>
              </a:rPr>
              <a:t>Tally</a:t>
            </a:r>
            <a:r>
              <a:rPr sz="1000" b="0">
                <a:solidFill>
                  <a:srgbClr val="505A5F"/>
                </a:solidFill>
                <a:latin typeface="Segoe UI"/>
              </a:rPr>
              <a:t>  ·  know who’s actually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1632" y="645566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05A5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8229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University of Lagos</a:t>
            </a:r>
            <a:r>
              <a:rPr sz="1300" b="0">
                <a:solidFill>
                  <a:srgbClr val="B1B4B6"/>
                </a:solidFill>
                <a:latin typeface="Segoe UI"/>
              </a:rPr>
              <a:t>   Hostel Access &amp;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03C"/>
                </a:solidFill>
                <a:latin typeface="Segoe UI"/>
              </a:rPr>
              <a:t>THE BIGGER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B0C0C"/>
                </a:solidFill>
                <a:latin typeface="Segoe UI"/>
              </a:rPr>
              <a:t>We’re not policing students.
We force the real fix.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1051560" cy="508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2587752" cy="31089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2587752" cy="635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130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00703C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79"/>
            <a:ext cx="2130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0B0C0C"/>
                </a:solidFill>
                <a:latin typeface="Segoe UI"/>
              </a:rPr>
              <a:t>Reclaim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21305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05A5F"/>
                </a:solidFill>
                <a:latin typeface="Segoe UI"/>
              </a:rPr>
              <a:t>Wasted no-show beds — real capacity added, no one punished.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760" y="2331720"/>
            <a:ext cx="2587752" cy="31089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3760" y="2331720"/>
            <a:ext cx="2587752" cy="635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2360" y="2560320"/>
            <a:ext cx="2130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00703C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360" y="3383279"/>
            <a:ext cx="2130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0B0C0C"/>
                </a:solidFill>
                <a:latin typeface="Segoe UI"/>
              </a:rPr>
              <a:t>Manage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360" y="3886200"/>
            <a:ext cx="21305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05A5F"/>
                </a:solidFill>
                <a:latin typeface="Segoe UI"/>
              </a:rPr>
              <a:t>Sanctioned occupants become registered, capped and visible.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440" y="2331720"/>
            <a:ext cx="2587752" cy="31089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7440" y="2331720"/>
            <a:ext cx="2587752" cy="635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6040" y="2560320"/>
            <a:ext cx="2130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00703C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6040" y="3383279"/>
            <a:ext cx="2130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0B0C0C"/>
                </a:solidFill>
                <a:latin typeface="Segoe UI"/>
              </a:rPr>
              <a:t>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040" y="3886200"/>
            <a:ext cx="21305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05A5F"/>
                </a:solidFill>
                <a:latin typeface="Segoe UI"/>
              </a:rPr>
              <a:t>The true shortfall — hard, dated occupancy numbers.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19" y="2331720"/>
            <a:ext cx="2587752" cy="3108960"/>
          </a:xfrm>
          <a:prstGeom prst="rect">
            <a:avLst/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19" y="2331720"/>
            <a:ext cx="2587752" cy="635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19" y="2560320"/>
            <a:ext cx="2130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00703C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383279"/>
            <a:ext cx="2130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0B0C0C"/>
                </a:solidFill>
                <a:latin typeface="Segoe UI"/>
              </a:rPr>
              <a:t>Pressure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3886200"/>
            <a:ext cx="21305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05A5F"/>
                </a:solidFill>
                <a:latin typeface="Segoe UI"/>
              </a:rPr>
              <a:t>Data makes the shortage undeniable — forcing more beds.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19088"/>
            <a:ext cx="11183112" cy="15240"/>
          </a:xfrm>
          <a:prstGeom prst="rect">
            <a:avLst/>
          </a:prstGeom>
          <a:solidFill>
            <a:srgbClr val="B1B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05A5F"/>
                </a:solidFill>
                <a:latin typeface="Segoe UI"/>
              </a:rPr>
              <a:t>Tally</a:t>
            </a:r>
            <a:r>
              <a:rPr sz="1000" b="0">
                <a:solidFill>
                  <a:srgbClr val="505A5F"/>
                </a:solidFill>
                <a:latin typeface="Segoe UI"/>
              </a:rPr>
              <a:t>  ·  know who’s actually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1632" y="645566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05A5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8229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University of Lagos</a:t>
            </a:r>
            <a:r>
              <a:rPr sz="1300" b="0">
                <a:solidFill>
                  <a:srgbClr val="B1B4B6"/>
                </a:solidFill>
                <a:latin typeface="Segoe UI"/>
              </a:rPr>
              <a:t>   Hostel Access &amp;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03C"/>
                </a:solidFill>
                <a:latin typeface="Segoe UI"/>
              </a:rPr>
              <a:t>ROADMAP →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B0C0C"/>
                </a:solidFill>
                <a:latin typeface="Segoe UI"/>
              </a:rPr>
              <a:t>Nothing built today
gets thrown 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1051560" cy="508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Now: working software, one gate, QR, live cross-device sync (React + Node + SSE).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Next: pilot at a real gate —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>
                <a:solidFill>
                  <a:srgbClr val="505A5F"/>
                </a:solidFill>
                <a:latin typeface="Segoe UI"/>
              </a:rPr>
              <a:t>      –  </a:t>
            </a:r>
            <a:r>
              <a:rPr sz="1700">
                <a:solidFill>
                  <a:srgbClr val="505A5F"/>
                </a:solidFill>
                <a:latin typeface="Segoe UI"/>
              </a:rPr>
              <a:t>swap QR for NFC (possession, hard to copy)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>
                <a:solidFill>
                  <a:srgbClr val="505A5F"/>
                </a:solidFill>
                <a:latin typeface="Segoe UI"/>
              </a:rPr>
              <a:t>      –  </a:t>
            </a:r>
            <a:r>
              <a:rPr sz="1700">
                <a:solidFill>
                  <a:srgbClr val="505A5F"/>
                </a:solidFill>
                <a:latin typeface="Segoe UI"/>
              </a:rPr>
              <a:t>add login-verified identity so a matric can’t be faked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>
                <a:solidFill>
                  <a:srgbClr val="505A5F"/>
                </a:solidFill>
                <a:latin typeface="Segoe UI"/>
              </a:rPr>
              <a:t>      –  </a:t>
            </a:r>
            <a:r>
              <a:rPr sz="1700">
                <a:solidFill>
                  <a:srgbClr val="505A5F"/>
                </a:solidFill>
                <a:latin typeface="Segoe UI"/>
              </a:rPr>
              <a:t>back it with FastAPI + Postgres / Supabase + Redis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Later: campus-wide, seeded with real allocation data, NDPR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19088"/>
            <a:ext cx="11183112" cy="15240"/>
          </a:xfrm>
          <a:prstGeom prst="rect">
            <a:avLst/>
          </a:prstGeom>
          <a:solidFill>
            <a:srgbClr val="B1B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05A5F"/>
                </a:solidFill>
                <a:latin typeface="Segoe UI"/>
              </a:rPr>
              <a:t>Tally</a:t>
            </a:r>
            <a:r>
              <a:rPr sz="1000" b="0">
                <a:solidFill>
                  <a:srgbClr val="505A5F"/>
                </a:solidFill>
                <a:latin typeface="Segoe UI"/>
              </a:rPr>
              <a:t>  ·  know who’s actually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1632" y="645566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05A5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1463040" cy="762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Short term we reclaim beds and manage occupancy. Long term we produce the hard data that makes the shortage undeniable — and forces management to build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212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Tally</a:t>
            </a:r>
            <a:r>
              <a:rPr sz="2200" b="0">
                <a:solidFill>
                  <a:srgbClr val="B1B4B6"/>
                </a:solidFill>
                <a:latin typeface="Segoe UI"/>
              </a:rPr>
              <a:t>   — know who’s actually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B1B4B6"/>
                </a:solidFill>
                <a:latin typeface="Segoe UI"/>
              </a:rPr>
              <a:t>Thank you  ·  Team Mavericks  ·  SEES Hackathon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8229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University of Lagos</a:t>
            </a:r>
            <a:r>
              <a:rPr sz="1300" b="0">
                <a:solidFill>
                  <a:srgbClr val="B1B4B6"/>
                </a:solidFill>
                <a:latin typeface="Segoe UI"/>
              </a:rPr>
              <a:t>   Hostel Access &amp;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03C"/>
                </a:solidFill>
                <a:latin typeface="Segoe UI"/>
              </a:rPr>
              <a:t>BACKUP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B0C0C"/>
                </a:solidFill>
                <a:latin typeface="Segoe UI"/>
              </a:rPr>
              <a:t>Objections, answered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1051560" cy="508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94560"/>
          <a:ext cx="1090879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976872"/>
              </a:tblGrid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They’ll say</a:t>
                      </a:r>
                    </a:p>
                  </a:txBody>
                  <a:tcPr marL="109728" marR="109728" marT="54864" marB="54864" anchor="ctr">
                    <a:solidFill>
                      <a:srgbClr val="0070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</a:rPr>
                        <a:t>You answer</a:t>
                      </a:r>
                    </a:p>
                  </a:txBody>
                  <a:tcPr marL="109728" marR="109728" marT="54864" marB="54864" anchor="ctr">
                    <a:solidFill>
                      <a:srgbClr val="0070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C0C"/>
                          </a:solidFill>
                          <a:latin typeface="Segoe UI"/>
                        </a:rPr>
                        <a:t>“The QR is copyable.”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C0C"/>
                          </a:solidFill>
                          <a:latin typeface="Segoe UI"/>
                        </a:rPr>
                        <a:t>QR proves the logic; production uses NFC — far harder to copy or share than a screenshot.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C0C"/>
                          </a:solidFill>
                          <a:latin typeface="Segoe UI"/>
                        </a:rPr>
                        <a:t>“People tailgate in.”</a:t>
                      </a:r>
                    </a:p>
                  </a:txBody>
                  <a:tcPr marL="109728" marR="109728" marT="54864" marB="54864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C0C"/>
                          </a:solidFill>
                          <a:latin typeface="Segoe UI"/>
                        </a:rPr>
                        <a:t>A security officer is at every gate. The scan arms them — instant green/red instead of a guess.</a:t>
                      </a:r>
                    </a:p>
                  </a:txBody>
                  <a:tcPr marL="109728" marR="109728" marT="54864" marB="54864" anchor="ctr">
                    <a:solidFill>
                      <a:srgbClr val="F3F2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C0C"/>
                          </a:solidFill>
                          <a:latin typeface="Segoe UI"/>
                        </a:rPr>
                        <a:t>“A squatter just types someone else’s matric.”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C0C"/>
                          </a:solidFill>
                          <a:latin typeface="Segoe UI"/>
                        </a:rPr>
                        <a:t>Demo trusts it to prove the flow; production ties check-in to portal login or the NFC tag.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C0C"/>
                          </a:solidFill>
                          <a:latin typeface="Segoe UI"/>
                        </a:rPr>
                        <a:t>“This is just enforcement on a shortage.”</a:t>
                      </a:r>
                    </a:p>
                  </a:txBody>
                  <a:tcPr marL="109728" marR="109728" marT="54864" marB="54864" anchor="ctr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C0C"/>
                          </a:solidFill>
                          <a:latin typeface="Segoe UI"/>
                        </a:rPr>
                        <a:t>We reclaim beds, measure the gap, and give sanctioned occupants a legit path. Enforcement is the backstop.</a:t>
                      </a:r>
                    </a:p>
                  </a:txBody>
                  <a:tcPr marL="109728" marR="109728" marT="54864" marB="54864" anchor="ctr">
                    <a:solidFill>
                      <a:srgbClr val="F3F2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0C0C"/>
                          </a:solidFill>
                          <a:latin typeface="Segoe UI"/>
                        </a:rPr>
                        <a:t>“Isn’t tracking students a privacy risk?”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B0C0C"/>
                          </a:solidFill>
                          <a:latin typeface="Segoe UI"/>
                        </a:rPr>
                        <a:t>Logs are personal data — access is restricted, NDPR-aligned, and it fails open for fire/medical exits.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419088"/>
            <a:ext cx="11183112" cy="15240"/>
          </a:xfrm>
          <a:prstGeom prst="rect">
            <a:avLst/>
          </a:prstGeom>
          <a:solidFill>
            <a:srgbClr val="B1B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05A5F"/>
                </a:solidFill>
                <a:latin typeface="Segoe UI"/>
              </a:rPr>
              <a:t>Tally</a:t>
            </a:r>
            <a:r>
              <a:rPr sz="1000" b="0">
                <a:solidFill>
                  <a:srgbClr val="505A5F"/>
                </a:solidFill>
                <a:latin typeface="Segoe UI"/>
              </a:rPr>
              <a:t>  ·  know who’s actually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1632" y="645566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05A5F"/>
                </a:solidFill>
                <a:latin typeface="Segoe UI"/>
              </a:rPr>
              <a:t>B1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"/>
            <a:ext cx="8229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University of Lagos</a:t>
            </a:r>
            <a:r>
              <a:rPr sz="1300" b="0">
                <a:solidFill>
                  <a:srgbClr val="B1B4B6"/>
                </a:solidFill>
                <a:latin typeface="Segoe UI"/>
              </a:rPr>
              <a:t>   Hostel Access &amp; Occupancy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0703C"/>
                </a:solidFill>
                <a:latin typeface="Segoe UI"/>
              </a:rPr>
              <a:t>BACKUP · FOR TECHNICAL JUDGES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B0C0C"/>
                </a:solidFill>
                <a:latin typeface="Segoe UI"/>
              </a:rPr>
              <a:t>How it’s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1051560" cy="50800"/>
          </a:xfrm>
          <a:prstGeom prst="rect">
            <a:avLst/>
          </a:prstGeom>
          <a:solidFill>
            <a:srgbClr val="007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Today: React + Vite front-end; Node/Express server holds authoritative state.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>
                <a:solidFill>
                  <a:srgbClr val="505A5F"/>
                </a:solidFill>
                <a:latin typeface="Segoe UI"/>
              </a:rPr>
              <a:t>      –  </a:t>
            </a:r>
            <a:r>
              <a:rPr sz="1700">
                <a:solidFill>
                  <a:srgbClr val="505A5F"/>
                </a:solidFill>
                <a:latin typeface="Segoe UI"/>
              </a:rPr>
              <a:t>Server-Sent Events keep the gate screen, phones and admin dashboard in sync live.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>
                <a:solidFill>
                  <a:srgbClr val="505A5F"/>
                </a:solidFill>
                <a:latin typeface="Segoe UI"/>
              </a:rPr>
              <a:t>      –  </a:t>
            </a:r>
            <a:r>
              <a:rPr sz="1700">
                <a:solidFill>
                  <a:srgbClr val="505A5F"/>
                </a:solidFill>
                <a:latin typeface="Segoe UI"/>
              </a:rPr>
              <a:t>Three views, one gate URL: #/gate (QR), #/checkin (phone), #/admin (dashboard).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900" b="1">
                <a:solidFill>
                  <a:srgbClr val="00703C"/>
                </a:solidFill>
                <a:latin typeface="Segoe UI"/>
              </a:rPr>
              <a:t>▪  </a:t>
            </a:r>
            <a:r>
              <a:rPr sz="1900">
                <a:solidFill>
                  <a:srgbClr val="0B0C0C"/>
                </a:solidFill>
                <a:latin typeface="Segoe UI"/>
              </a:rPr>
              <a:t>Production swap — same logic, real infrastructure: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>
                <a:solidFill>
                  <a:srgbClr val="505A5F"/>
                </a:solidFill>
                <a:latin typeface="Segoe UI"/>
              </a:rPr>
              <a:t>      –  </a:t>
            </a:r>
            <a:r>
              <a:rPr sz="1700">
                <a:solidFill>
                  <a:srgbClr val="505A5F"/>
                </a:solidFill>
                <a:latin typeface="Segoe UI"/>
              </a:rPr>
              <a:t>Postgres / Supabase: allocations and access logs persist.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>
                <a:solidFill>
                  <a:srgbClr val="505A5F"/>
                </a:solidFill>
                <a:latin typeface="Segoe UI"/>
              </a:rPr>
              <a:t>      –  </a:t>
            </a:r>
            <a:r>
              <a:rPr sz="1700">
                <a:solidFill>
                  <a:srgbClr val="505A5F"/>
                </a:solidFill>
                <a:latin typeface="Segoe UI"/>
              </a:rPr>
              <a:t>Redis: live occupancy per hall.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>
                <a:solidFill>
                  <a:srgbClr val="505A5F"/>
                </a:solidFill>
                <a:latin typeface="Segoe UI"/>
              </a:rPr>
              <a:t>      –  </a:t>
            </a:r>
            <a:r>
              <a:rPr sz="1700">
                <a:solidFill>
                  <a:srgbClr val="505A5F"/>
                </a:solidFill>
                <a:latin typeface="Segoe UI"/>
              </a:rPr>
              <a:t>HTTPS domain + NFC readers at the gate.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19088"/>
            <a:ext cx="11183112" cy="15240"/>
          </a:xfrm>
          <a:prstGeom prst="rect">
            <a:avLst/>
          </a:prstGeom>
          <a:solidFill>
            <a:srgbClr val="B1B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05A5F"/>
                </a:solidFill>
                <a:latin typeface="Segoe UI"/>
              </a:rPr>
              <a:t>Tally</a:t>
            </a:r>
            <a:r>
              <a:rPr sz="1000" b="0">
                <a:solidFill>
                  <a:srgbClr val="505A5F"/>
                </a:solidFill>
                <a:latin typeface="Segoe UI"/>
              </a:rPr>
              <a:t>  ·  know who’s actually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1632" y="645566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05A5F"/>
                </a:solidFill>
                <a:latin typeface="Segoe UI"/>
              </a:rPr>
              <a:t>B2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